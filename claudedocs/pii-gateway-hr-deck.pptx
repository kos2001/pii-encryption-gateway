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202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95959"/>
                </a:solidFill>
                <a:latin typeface="Calibri"/>
              </a:rPr>
              <a:t>인사팀 대상 설명자료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3628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11111"/>
                </a:solidFill>
                <a:latin typeface="Calibri"/>
              </a:rPr>
              <a:t>개인정보 보호 게이트웨이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160520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7F7F7F"/>
                </a:solidFill>
                <a:latin typeface="Calibri"/>
              </a:rPr>
              <a:t>인사 데이터를 AI에 그대로 노출하지 않고 안전하게 활용하기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9436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7F7F7F"/>
                </a:solidFill>
                <a:latin typeface="Calibri"/>
              </a:rPr>
              <a:t>데이터보호 담당   | 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11111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왜 · 무엇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신원은 가리고, 숫자는 살린다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595959"/>
                </a:solidFill>
                <a:latin typeface="Calibri"/>
              </a:rPr>
              <a:t>AI로 인사 데이터를 다루면 민감정보가 노출됩니다 — 이를 막는 안전 통로입니다.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이름·주민번호·계좌 등 직접 식별자 → 토큰으로 치환 (누구인지 가림)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연봉·근태 같은 숫자 → 원본 유지 (평균·집계가 그대로 가능)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AI는 토큰 파일만 보고 작업 — 실제 식별자는 컨텍스트에 안 들어감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최종 결과물만 실제 값으로 되돌려(재식별) 담당자에게 전달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세 단계로 끝납니다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46120"/>
            <a:ext cx="3332378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1. 비식별화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식별자→토큰, 숫자는 원본 유지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8178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29658" y="3246120"/>
            <a:ext cx="3332378" cy="155448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2. 작업·집계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토큰 파일로 안내문·통계 작성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07756" y="3858768"/>
            <a:ext cx="365760" cy="329184"/>
          </a:xfrm>
          <a:prstGeom prst="rightArrow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9236" y="3246120"/>
            <a:ext cx="3332378" cy="1554480"/>
          </a:xfrm>
          <a:prstGeom prst="round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3. 재식별</a:t>
            </a:r>
          </a:p>
          <a:p>
            <a:pPr algn="ctr">
              <a:spcBef>
                <a:spcPts val="2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최종본만 실제 값 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사용 예시 · 연봉 안내 메일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작업본은 토큰, 최종본만 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227167" cy="6400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AI가 보는 작업본 (토큰)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받는사람: [[NAME:17f2…]]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2026년 확정 연봉은 3,194만원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실제 이름·주민·계좌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737360"/>
            <a:ext cx="522716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1737360"/>
            <a:ext cx="5227167" cy="64008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737360"/>
            <a:ext cx="4678527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담당자만 보는 최종본 (재식별)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60604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받는사람: 신다은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2026년 확정 연봉은 3,194만원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→ 인가된 담당자에게만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통계도, 개인별 업무도 — 누출 없이 둘 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식별자 누출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작업 내내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9403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24/24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시나리오 통과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통계 + HR 업무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8727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통계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비식별 파일서 직접 산출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2103120"/>
            <a:ext cx="2453563" cy="2560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051" y="2103120"/>
            <a:ext cx="2453563" cy="109728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051" y="2560320"/>
            <a:ext cx="24535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Calibri"/>
              </a:rPr>
              <a:t>250명+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051" y="3611880"/>
            <a:ext cx="24535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검증 데이터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402336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F7F7F"/>
                </a:solidFill>
                <a:latin typeface="Calibri"/>
              </a:rPr>
              <a:t>다른 규모·문서 포함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"/>
            <a:ext cx="8168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기대 효과 · 유의점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8168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인사팀에게 좋은 점, 그리고 알아둘 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595959"/>
                </a:solidFill>
                <a:latin typeface="Calibri"/>
              </a:rPr>
              <a:t>평소처럼 일하되, 신원은 가려진 채로.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●  안전 — 식별자 AI 노출 0건 · 통계 가능 — 연봉·근태가 원본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간편 — 키 없이 '비식별화 → 재식별' 두 단계 · 문서(.txt/.md)도 지원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유의 — 숫자 값은 (이름과 분리된 채) 보입니다; 개별 숫자도 숨겨야 하면 집계값만 전달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●  유의 — 복원 대응표(map)는 평문이라 원본처럼 안전 보관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F7F7F"/>
                </a:solidFill>
                <a:latin typeface="Calibri"/>
              </a:rPr>
              <a:t>대외비 · Confidential · 인사팀 대상 설명자료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1097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Calibri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FFFFFF"/>
                </a:solidFill>
                <a:latin typeface="Calibri"/>
              </a:rPr>
              <a:t>담당자 키·도입 방법은 데이터보호 담당 부서로 문의해 주세요 · 데이터는 모두 합성(가상)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8415" y="1828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